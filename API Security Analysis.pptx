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218" y="1474701"/>
            <a:ext cx="7365563" cy="685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 Risk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70460" y="2312789"/>
            <a:ext cx="36028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JSONPlaceholder API Assessment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7879" y="2937495"/>
            <a:ext cx="364805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Interns Cyber Security Internship • 2026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050361" y="3482206"/>
            <a:ext cx="1043278" cy="18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FUTURE_CS_03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249226"/>
            <a:ext cx="7620372" cy="157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security assessment of JSONPlaceholder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testing without exploitation or abuse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of common API security weaknesses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secure API design practices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249226"/>
            <a:ext cx="7620372" cy="157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endpoints only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and safe request testing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exploitation or denial-of-service attempts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design and configuration issues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Endpoints Tested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451" y="1249226"/>
            <a:ext cx="8083600" cy="2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177" y="1523442"/>
            <a:ext cx="7620372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– API testing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– Documentation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451" y="2682627"/>
            <a:ext cx="8083600" cy="2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Tested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177" y="2956843"/>
            <a:ext cx="7620372" cy="157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/posts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/users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/comments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/posts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Security Risks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249226"/>
            <a:ext cx="7620372" cy="157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Unauthenticated Endpoints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No auth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Data Exposure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Sensitive info returned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Authentication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No API keys/tokens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Issues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Unverified data creation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Security Risks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249226"/>
            <a:ext cx="7620372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Rate Limiting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Unlimited requests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Input Validation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Invalid data accepted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1249226"/>
            <a:ext cx="7925098" cy="11623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3005770"/>
            <a:ext cx="7925098" cy="11623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Classification Summary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177" y="1553952"/>
            <a:ext cx="7461959" cy="2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177" y="1904256"/>
            <a:ext cx="7461959" cy="20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Endpoints, Data Exposure, Missing Auth, Authorization, Rate Limiting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177" y="3310496"/>
            <a:ext cx="7461959" cy="2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to Medium Risk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177" y="3660800"/>
            <a:ext cx="7461959" cy="20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Input Validation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249226"/>
            <a:ext cx="7620372" cy="115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authentication (API keys or OAuth)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proper authorization checks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data returned in responses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249226"/>
            <a:ext cx="7620372" cy="115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rate limiting to prevent abuse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and sanitize all input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logging and monitoring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907" y="609451"/>
            <a:ext cx="2560186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767600" y="2341252"/>
            <a:ext cx="560861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Authentication, authorization, and rate limiting are critical for API security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67600" y="2809689"/>
            <a:ext cx="560861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prevents injection and malicious payload attacks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767600" y="3278125"/>
            <a:ext cx="560861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design practices must be implemented from the start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07" y="1726220"/>
            <a:ext cx="1904200" cy="41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451" y="2365995"/>
            <a:ext cx="7925098" cy="53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JSONPlaceholder is a demo API, the identified risks emphasize the importance of secure API design practices in real-world applications.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43700" y="3203897"/>
            <a:ext cx="4256414" cy="213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• Authorization • Rate Limiting • Data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588" y="1596554"/>
            <a:ext cx="234063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29679" y="2449897"/>
            <a:ext cx="88464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831168" y="2994608"/>
            <a:ext cx="5481478" cy="18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created for educational purposes as part of Future Interns Cyber Security Internship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26815" y="3333564"/>
            <a:ext cx="3490369" cy="213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exploitation or malicious activity was performed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2026-02-04T07:11:25Z</dcterms:created>
  <dcterms:modified xsi:type="dcterms:W3CDTF">2026-02-04T07:11:25Z</dcterms:modified>
</cp:coreProperties>
</file>